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MediTrace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Gestione farmaci per le Residenze della Comunità di Sant’Egidio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Luglio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Cruscotto</a:t>
            </a:r>
          </a:p>
        </p:txBody>
      </p:sp>
      <p:pic>
        <p:nvPicPr>
          <p:cNvPr descr="screen-cruscot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 del turno, alert scorte critiche, promemoria in scadenza, stato sincronizzazione.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Ospiti</a:t>
            </a:r>
          </a:p>
        </p:txBody>
      </p:sp>
      <p:pic>
        <p:nvPicPr>
          <p:cNvPr descr="screen-ospit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Anagrafica completa, assegnazione stanza e letto, collegamento diretto alle terapie. Ricerca avanzata con pannello filtri. Soft-delete con undo.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Catalogo farmaci</a:t>
            </a:r>
          </a:p>
        </p:txBody>
      </p:sp>
      <p:pic>
        <p:nvPicPr>
          <p:cNvPr descr="screen-farmac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Nome commerciale, principio attivo, classe terapeutica. Scorta minima e soglia autonomia. Confezioni multiple con lotto, dosaggio, scadenza.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Scorte e report</a:t>
            </a:r>
          </a:p>
        </p:txBody>
      </p:sp>
      <p:pic>
        <p:nvPicPr>
          <p:cNvPr descr="screen-scor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Report operativo con KPI, consumo settimanale, copertura, trend 6 mesi. Alert su farmaci sotto soglia. Export PDF e CSV.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Movimenti</a:t>
            </a:r>
          </a:p>
        </p:txBody>
      </p:sp>
      <p:pic>
        <p:nvPicPr>
          <p:cNvPr descr="screen-moviment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Carico e scarico scorte. Ogni movimento aggancia ospite, terapia e confezione. Aggiornamento automatico quantità. Ricerca per tipo, data, ospite, farmaco.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Terapie</a:t>
            </a:r>
          </a:p>
        </p:txBody>
      </p:sp>
      <p:pic>
        <p:nvPicPr>
          <p:cNvPr descr="screen-terapi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Dose, frequenza, 6 orari di somministrazione al giorno. Data inizio e fine. Vista per ospite con tutte le terapie attive.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Promemoria</a:t>
            </a:r>
          </a:p>
        </p:txBody>
      </p:sp>
      <p:pic>
        <p:nvPicPr>
          <p:cNvPr descr="screen-promemori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Pianificazione automatica da terapie attive. Fasce orarie configurabili. Stati: da eseguire, eseguito, posticipato, saltato. Web Push API.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</a:t>
            </a:r>
          </a:p>
        </p:txBody>
      </p:sp>
      <p:pic>
        <p:nvPicPr>
          <p:cNvPr descr="screen-aud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Registro completo operazioni. Filtri per operatore, entità, azione, data. Export JSON e PDF. Dettaglio JSON di ogni evento.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Architettura del sistema</a:t>
            </a:r>
          </a:p>
        </p:txBody>
      </p:sp>
      <p:pic>
        <p:nvPicPr>
          <p:cNvPr descr="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09700" y="1193800"/>
            <a:ext cx="6337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Sincronizzazione</a:t>
            </a:r>
          </a:p>
        </p:txBody>
      </p:sp>
      <p:pic>
        <p:nvPicPr>
          <p:cNvPr descr="data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1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Sicurezza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Autenticazione: table-auth con token di sessione, password policy, session TTL</a:t>
            </a:r>
          </a:p>
          <a:p>
            <a:pPr lvl="0"/>
            <a:r>
              <a:rPr/>
              <a:t>Row Level Security su ogni tabella Supabase</a:t>
            </a:r>
          </a:p>
          <a:p>
            <a:pPr lvl="0"/>
            <a:r>
              <a:rPr/>
              <a:t>anon key per bootstrap, CRUD via RPC functions autenticate</a:t>
            </a:r>
          </a:p>
          <a:p>
            <a:pPr lvl="0"/>
            <a:r>
              <a:rPr/>
              <a:t>8 migration SQL versionate</a:t>
            </a:r>
          </a:p>
          <a:p>
            <a:pPr lvl="0"/>
            <a:r>
              <a:rPr/>
              <a:t>Dati sanitari solo su dispositivo locale (GDPR-ready)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PWA offline-first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Service Worker per caching automatico</a:t>
            </a:r>
          </a:p>
          <a:p>
            <a:pPr lvl="0"/>
            <a:r>
              <a:rPr/>
              <a:t>IndexedDB via Dexie — database locale completo</a:t>
            </a:r>
          </a:p>
          <a:p>
            <a:pPr lvl="0"/>
            <a:r>
              <a:rPr/>
              <a:t>Installabile su home screen Android e desktop</a:t>
            </a:r>
          </a:p>
          <a:p>
            <a:pPr lvl="0"/>
            <a:r>
              <a:rPr/>
              <a:t>Funziona senza connessione, sync quando la rete torna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Keep-alive e automazione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GitHub Actions: cron domenica e giovedì, ping REST API Supabase</a:t>
            </a:r>
          </a:p>
          <a:p>
            <a:pPr lvl="0"/>
            <a:r>
              <a:rPr/>
              <a:t>Client-side: keepAlive.js, check ogni 6 ore</a:t>
            </a:r>
          </a:p>
          <a:p>
            <a:pPr lvl="0"/>
            <a:r>
              <a:rPr/>
              <a:t>Previene pausa free tier dopo 7 giorni di inattività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tecnologico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Frontend: Vue 3, Vite 5, Vue Router 4, IndexedDB/Dexie, Workbox PWA</a:t>
            </a:r>
          </a:p>
          <a:p>
            <a:pPr lvl="0"/>
            <a:r>
              <a:rPr/>
              <a:t>Backend: Supabase PostgreSQL, table-auth + RLS, RPC functions</a:t>
            </a:r>
          </a:p>
          <a:p>
            <a:pPr lvl="0"/>
            <a:r>
              <a:rPr/>
              <a:t>DevOps: GitHub Pages, GitHub Actions, Vitest + Playwright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72 unit test: servizi, modelli, validazione form, KPI, reporting</a:t>
            </a:r>
          </a:p>
          <a:p>
            <a:pPr lvl="0"/>
            <a:r>
              <a:rPr/>
              <a:t>29 E2E: flussi CRUD, multi-browser, fixture CSV, sync online</a:t>
            </a:r>
          </a:p>
          <a:p>
            <a:pPr lvl="0"/>
            <a:r>
              <a:rPr/>
              <a:t>83% coverage totale, 41 test CRUD + duplicate detection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Notifiche push Web API — in corso</a:t>
            </a:r>
          </a:p>
          <a:p>
            <a:pPr lvl="0"/>
            <a:r>
              <a:rPr/>
              <a:t>Import CSV multi-sorgente — completato</a:t>
            </a:r>
          </a:p>
          <a:p>
            <a:pPr lvl="0"/>
            <a:r>
              <a:rPr/>
              <a:t>Dashboard analytics avanzate — pianificato</a:t>
            </a:r>
          </a:p>
          <a:p>
            <a:pPr lvl="0"/>
            <a:r>
              <a:rPr/>
              <a:t>Multi-residenza con switch — completato</a:t>
            </a:r>
          </a:p>
          <a:p>
            <a:pPr lvl="0"/>
            <a:r>
              <a:rPr/>
              <a:t>App nativa Android (Capacitor) — valutazione</a:t>
            </a:r>
          </a:p>
          <a:p>
            <a:pPr lvl="0"/>
            <a:r>
              <a:rPr/>
              <a:t>Keep-alive automatizzato — completato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Perché MediTrace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Riduce errori di somministrazione</a:t>
            </a:r>
          </a:p>
          <a:p>
            <a:pPr lvl="0"/>
            <a:r>
              <a:rPr/>
              <a:t>Traccia scorte in tempo reale</a:t>
            </a:r>
          </a:p>
          <a:p>
            <a:pPr lvl="0"/>
            <a:r>
              <a:rPr/>
              <a:t>Semplifica la turnazione degli operatori</a:t>
            </a:r>
          </a:p>
          <a:p>
            <a:pPr lvl="0"/>
            <a:r>
              <a:rPr/>
              <a:t>Tracciabilità completa, nessun costo server</a:t>
            </a:r>
          </a:p>
          <a:p>
            <a:pPr lvl="0"/>
            <a:r>
              <a:rPr/>
              <a:t>Open source — github.com/vgrazian/MediTrace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MediTrace</dc:title>
  <dc:creator>Gestione farmaci per le Residenze della Comunità di Sant’Egidio</dc:creator>
  <cp:keywords/>
  <dcterms:created xsi:type="dcterms:W3CDTF">2026-07-02T17:29:15Z</dcterms:created>
  <dcterms:modified xsi:type="dcterms:W3CDTF">2026-07-02T17:29:15Z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Luglio 2026</vt:lpwstr>
  </property>
</Properties>
</file>